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5725"/>
            <a:ext cx="18288000" cy="10115550"/>
          </a:xfrm>
          <a:custGeom>
            <a:avLst/>
            <a:gdLst/>
            <a:ahLst/>
            <a:cxnLst/>
            <a:rect r="r" b="b" t="t" l="l"/>
            <a:pathLst>
              <a:path h="10115550" w="18288000">
                <a:moveTo>
                  <a:pt x="0" y="0"/>
                </a:moveTo>
                <a:lnTo>
                  <a:pt x="18288000" y="0"/>
                </a:lnTo>
                <a:lnTo>
                  <a:pt x="18288000" y="10115550"/>
                </a:lnTo>
                <a:lnTo>
                  <a:pt x="0" y="10115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379" y="0"/>
            <a:ext cx="18227243" cy="10287000"/>
          </a:xfrm>
          <a:custGeom>
            <a:avLst/>
            <a:gdLst/>
            <a:ahLst/>
            <a:cxnLst/>
            <a:rect r="r" b="b" t="t" l="l"/>
            <a:pathLst>
              <a:path h="10287000" w="18227243">
                <a:moveTo>
                  <a:pt x="0" y="0"/>
                </a:moveTo>
                <a:lnTo>
                  <a:pt x="18227242" y="0"/>
                </a:lnTo>
                <a:lnTo>
                  <a:pt x="1822724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1430"/>
            <a:ext cx="18288000" cy="10264140"/>
          </a:xfrm>
          <a:custGeom>
            <a:avLst/>
            <a:gdLst/>
            <a:ahLst/>
            <a:cxnLst/>
            <a:rect r="r" b="b" t="t" l="l"/>
            <a:pathLst>
              <a:path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"/>
            <a:ext cx="18288000" cy="10275570"/>
          </a:xfrm>
          <a:custGeom>
            <a:avLst/>
            <a:gdLst/>
            <a:ahLst/>
            <a:cxnLst/>
            <a:rect r="r" b="b" t="t" l="l"/>
            <a:pathLst>
              <a:path h="10275570" w="1828800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DAHXpHhz0DY</dc:identifier>
  <dcterms:modified xsi:type="dcterms:W3CDTF">2011-08-01T06:04:30Z</dcterms:modified>
  <cp:revision>1</cp:revision>
  <dc:title>EdgePay - Bitmela Jaipur</dc:title>
</cp:coreProperties>
</file>